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408" r:id="rId3"/>
    <p:sldId id="409" r:id="rId4"/>
    <p:sldId id="482" r:id="rId5"/>
    <p:sldId id="483" r:id="rId6"/>
    <p:sldId id="484" r:id="rId7"/>
    <p:sldId id="502" r:id="rId8"/>
    <p:sldId id="503" r:id="rId9"/>
    <p:sldId id="487" r:id="rId10"/>
    <p:sldId id="488" r:id="rId11"/>
    <p:sldId id="453" r:id="rId12"/>
    <p:sldId id="334" r:id="rId13"/>
    <p:sldId id="504" r:id="rId14"/>
    <p:sldId id="261" r:id="rId15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Styl ciemny 1 — Ak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yl ciemny 1 — Ak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yl ciemny 1 — Ak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yl ciemny 1 — Ak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Styl pośredni 4 — Ak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Styl z motywem 1 — Ak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47" autoAdjust="0"/>
  </p:normalViewPr>
  <p:slideViewPr>
    <p:cSldViewPr>
      <p:cViewPr varScale="1">
        <p:scale>
          <a:sx n="100" d="100"/>
          <a:sy n="100" d="100"/>
        </p:scale>
        <p:origin x="1836" y="90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zegorz Szymkowiak" userId="5651aec147c3f32a" providerId="LiveId" clId="{2551E209-DAC8-465F-AFEA-9180E6642783}"/>
    <pc:docChg chg="undo redo custSel addSld delSld modSld sldOrd">
      <pc:chgData name="Grzegorz Szymkowiak" userId="5651aec147c3f32a" providerId="LiveId" clId="{2551E209-DAC8-465F-AFEA-9180E6642783}" dt="2026-05-25T05:14:45.031" v="2962" actId="22"/>
      <pc:docMkLst>
        <pc:docMk/>
      </pc:docMkLst>
      <pc:sldChg chg="modSp mod">
        <pc:chgData name="Grzegorz Szymkowiak" userId="5651aec147c3f32a" providerId="LiveId" clId="{2551E209-DAC8-465F-AFEA-9180E6642783}" dt="2026-05-25T04:49:13.477" v="2277" actId="20577"/>
        <pc:sldMkLst>
          <pc:docMk/>
          <pc:sldMk cId="161340892" sldId="256"/>
        </pc:sldMkLst>
        <pc:spChg chg="mod">
          <ac:chgData name="Grzegorz Szymkowiak" userId="5651aec147c3f32a" providerId="LiveId" clId="{2551E209-DAC8-465F-AFEA-9180E6642783}" dt="2026-05-25T04:49:13.477" v="2277" actId="20577"/>
          <ac:spMkLst>
            <pc:docMk/>
            <pc:sldMk cId="161340892" sldId="256"/>
            <ac:spMk id="2" creationId="{00000000-0000-0000-0000-000000000000}"/>
          </ac:spMkLst>
        </pc:spChg>
      </pc:sldChg>
      <pc:sldChg chg="addSp delSp modSp mod">
        <pc:chgData name="Grzegorz Szymkowiak" userId="5651aec147c3f32a" providerId="LiveId" clId="{2551E209-DAC8-465F-AFEA-9180E6642783}" dt="2026-05-25T05:14:24.951" v="2959" actId="1076"/>
        <pc:sldMkLst>
          <pc:docMk/>
          <pc:sldMk cId="1472127367" sldId="334"/>
        </pc:sldMkLst>
        <pc:spChg chg="del mod">
          <ac:chgData name="Grzegorz Szymkowiak" userId="5651aec147c3f32a" providerId="LiveId" clId="{2551E209-DAC8-465F-AFEA-9180E6642783}" dt="2026-05-25T05:14:22.673" v="2957" actId="478"/>
          <ac:spMkLst>
            <pc:docMk/>
            <pc:sldMk cId="1472127367" sldId="334"/>
            <ac:spMk id="2" creationId="{00000000-0000-0000-0000-000000000000}"/>
          </ac:spMkLst>
        </pc:spChg>
        <pc:spChg chg="del mod">
          <ac:chgData name="Grzegorz Szymkowiak" userId="5651aec147c3f32a" providerId="LiveId" clId="{2551E209-DAC8-465F-AFEA-9180E6642783}" dt="2026-05-25T05:13:47.886" v="2954" actId="478"/>
          <ac:spMkLst>
            <pc:docMk/>
            <pc:sldMk cId="1472127367" sldId="334"/>
            <ac:spMk id="5" creationId="{00000000-0000-0000-0000-000000000000}"/>
          </ac:spMkLst>
        </pc:spChg>
        <pc:spChg chg="add del mod">
          <ac:chgData name="Grzegorz Szymkowiak" userId="5651aec147c3f32a" providerId="LiveId" clId="{2551E209-DAC8-465F-AFEA-9180E6642783}" dt="2026-05-25T05:14:23.613" v="2958" actId="478"/>
          <ac:spMkLst>
            <pc:docMk/>
            <pc:sldMk cId="1472127367" sldId="334"/>
            <ac:spMk id="7" creationId="{12F2A75C-CD6F-67D7-AB3C-4F4BD4CDC72D}"/>
          </ac:spMkLst>
        </pc:spChg>
        <pc:picChg chg="add mod">
          <ac:chgData name="Grzegorz Szymkowiak" userId="5651aec147c3f32a" providerId="LiveId" clId="{2551E209-DAC8-465F-AFEA-9180E6642783}" dt="2026-05-25T05:14:24.951" v="2959" actId="1076"/>
          <ac:picMkLst>
            <pc:docMk/>
            <pc:sldMk cId="1472127367" sldId="334"/>
            <ac:picMk id="4" creationId="{ACD4425B-59E2-E948-EAA9-3DC4CAEC647D}"/>
          </ac:picMkLst>
        </pc:picChg>
      </pc:sldChg>
      <pc:sldChg chg="modSp mod">
        <pc:chgData name="Grzegorz Szymkowiak" userId="5651aec147c3f32a" providerId="LiveId" clId="{2551E209-DAC8-465F-AFEA-9180E6642783}" dt="2026-05-25T04:49:49.324" v="2311" actId="20577"/>
        <pc:sldMkLst>
          <pc:docMk/>
          <pc:sldMk cId="2390112237" sldId="408"/>
        </pc:sldMkLst>
        <pc:spChg chg="mod">
          <ac:chgData name="Grzegorz Szymkowiak" userId="5651aec147c3f32a" providerId="LiveId" clId="{2551E209-DAC8-465F-AFEA-9180E6642783}" dt="2026-05-25T04:49:49.324" v="2311" actId="20577"/>
          <ac:spMkLst>
            <pc:docMk/>
            <pc:sldMk cId="2390112237" sldId="408"/>
            <ac:spMk id="2" creationId="{00000000-0000-0000-0000-000000000000}"/>
          </ac:spMkLst>
        </pc:spChg>
      </pc:sldChg>
      <pc:sldChg chg="addSp delSp modSp mod">
        <pc:chgData name="Grzegorz Szymkowiak" userId="5651aec147c3f32a" providerId="LiveId" clId="{2551E209-DAC8-465F-AFEA-9180E6642783}" dt="2026-05-25T04:51:34.699" v="2374" actId="22"/>
        <pc:sldMkLst>
          <pc:docMk/>
          <pc:sldMk cId="3585775685" sldId="409"/>
        </pc:sldMkLst>
        <pc:spChg chg="mod">
          <ac:chgData name="Grzegorz Szymkowiak" userId="5651aec147c3f32a" providerId="LiveId" clId="{2551E209-DAC8-465F-AFEA-9180E6642783}" dt="2026-05-25T04:51:23.338" v="2372" actId="20577"/>
          <ac:spMkLst>
            <pc:docMk/>
            <pc:sldMk cId="3585775685" sldId="409"/>
            <ac:spMk id="2" creationId="{6BAC35BD-1E7E-77FF-C05B-5642DAE13029}"/>
          </ac:spMkLst>
        </pc:spChg>
        <pc:spChg chg="add del">
          <ac:chgData name="Grzegorz Szymkowiak" userId="5651aec147c3f32a" providerId="LiveId" clId="{2551E209-DAC8-465F-AFEA-9180E6642783}" dt="2026-05-25T04:51:34.699" v="2374" actId="22"/>
          <ac:spMkLst>
            <pc:docMk/>
            <pc:sldMk cId="3585775685" sldId="409"/>
            <ac:spMk id="4" creationId="{91FDFF2D-FD90-5B0D-0217-C2C3B4D3471C}"/>
          </ac:spMkLst>
        </pc:spChg>
        <pc:spChg chg="mod">
          <ac:chgData name="Grzegorz Szymkowiak" userId="5651aec147c3f32a" providerId="LiveId" clId="{2551E209-DAC8-465F-AFEA-9180E6642783}" dt="2026-05-25T04:50:00.432" v="2331" actId="20577"/>
          <ac:spMkLst>
            <pc:docMk/>
            <pc:sldMk cId="3585775685" sldId="409"/>
            <ac:spMk id="6" creationId="{034A90B6-BC26-0E11-A56C-B62B21BAE8FB}"/>
          </ac:spMkLst>
        </pc:spChg>
      </pc:sldChg>
      <pc:sldChg chg="modSp mod">
        <pc:chgData name="Grzegorz Szymkowiak" userId="5651aec147c3f32a" providerId="LiveId" clId="{2551E209-DAC8-465F-AFEA-9180E6642783}" dt="2026-05-25T05:04:34.761" v="2943" actId="20577"/>
        <pc:sldMkLst>
          <pc:docMk/>
          <pc:sldMk cId="3594395109" sldId="453"/>
        </pc:sldMkLst>
        <pc:spChg chg="mod">
          <ac:chgData name="Grzegorz Szymkowiak" userId="5651aec147c3f32a" providerId="LiveId" clId="{2551E209-DAC8-465F-AFEA-9180E6642783}" dt="2026-05-25T05:04:34.761" v="2943" actId="20577"/>
          <ac:spMkLst>
            <pc:docMk/>
            <pc:sldMk cId="3594395109" sldId="453"/>
            <ac:spMk id="2" creationId="{00000000-0000-0000-0000-000000000000}"/>
          </ac:spMkLst>
        </pc:spChg>
      </pc:sldChg>
      <pc:sldChg chg="modSp del mod">
        <pc:chgData name="Grzegorz Szymkowiak" userId="5651aec147c3f32a" providerId="LiveId" clId="{2551E209-DAC8-465F-AFEA-9180E6642783}" dt="2026-05-25T05:00:00.603" v="2820" actId="47"/>
        <pc:sldMkLst>
          <pc:docMk/>
          <pc:sldMk cId="3794721454" sldId="463"/>
        </pc:sldMkLst>
      </pc:sldChg>
      <pc:sldChg chg="addSp modSp add mod">
        <pc:chgData name="Grzegorz Szymkowiak" userId="5651aec147c3f32a" providerId="LiveId" clId="{2551E209-DAC8-465F-AFEA-9180E6642783}" dt="2026-05-25T04:54:38.863" v="2546" actId="207"/>
        <pc:sldMkLst>
          <pc:docMk/>
          <pc:sldMk cId="2402888048" sldId="482"/>
        </pc:sldMkLst>
        <pc:spChg chg="mod">
          <ac:chgData name="Grzegorz Szymkowiak" userId="5651aec147c3f32a" providerId="LiveId" clId="{2551E209-DAC8-465F-AFEA-9180E6642783}" dt="2026-05-25T04:53:31.543" v="2521" actId="20577"/>
          <ac:spMkLst>
            <pc:docMk/>
            <pc:sldMk cId="2402888048" sldId="482"/>
            <ac:spMk id="2" creationId="{33ECF575-F4D4-302B-B68D-3E183FA10E1B}"/>
          </ac:spMkLst>
        </pc:spChg>
        <pc:spChg chg="add mod">
          <ac:chgData name="Grzegorz Szymkowiak" userId="5651aec147c3f32a" providerId="LiveId" clId="{2551E209-DAC8-465F-AFEA-9180E6642783}" dt="2026-05-25T04:54:38.863" v="2546" actId="207"/>
          <ac:spMkLst>
            <pc:docMk/>
            <pc:sldMk cId="2402888048" sldId="482"/>
            <ac:spMk id="3" creationId="{6B473FC9-0580-3C9A-EA80-E6322B5373FB}"/>
          </ac:spMkLst>
        </pc:spChg>
        <pc:spChg chg="mod">
          <ac:chgData name="Grzegorz Szymkowiak" userId="5651aec147c3f32a" providerId="LiveId" clId="{2551E209-DAC8-465F-AFEA-9180E6642783}" dt="2026-05-25T04:51:41.357" v="2375"/>
          <ac:spMkLst>
            <pc:docMk/>
            <pc:sldMk cId="2402888048" sldId="482"/>
            <ac:spMk id="6" creationId="{C7E188DB-532A-BDC6-5EB5-4F9127D0E216}"/>
          </ac:spMkLst>
        </pc:spChg>
      </pc:sldChg>
      <pc:sldChg chg="modSp add mod">
        <pc:chgData name="Grzegorz Szymkowiak" userId="5651aec147c3f32a" providerId="LiveId" clId="{2551E209-DAC8-465F-AFEA-9180E6642783}" dt="2026-05-25T04:55:05.028" v="2570" actId="20577"/>
        <pc:sldMkLst>
          <pc:docMk/>
          <pc:sldMk cId="1692019898" sldId="483"/>
        </pc:sldMkLst>
        <pc:spChg chg="mod">
          <ac:chgData name="Grzegorz Szymkowiak" userId="5651aec147c3f32a" providerId="LiveId" clId="{2551E209-DAC8-465F-AFEA-9180E6642783}" dt="2026-05-25T04:55:05.028" v="2570" actId="20577"/>
          <ac:spMkLst>
            <pc:docMk/>
            <pc:sldMk cId="1692019898" sldId="483"/>
            <ac:spMk id="2" creationId="{B37310B0-AB1A-B391-78E9-7FC1BF3FC4E9}"/>
          </ac:spMkLst>
        </pc:spChg>
      </pc:sldChg>
      <pc:sldChg chg="addSp modSp add mod ord">
        <pc:chgData name="Grzegorz Szymkowiak" userId="5651aec147c3f32a" providerId="LiveId" clId="{2551E209-DAC8-465F-AFEA-9180E6642783}" dt="2026-05-25T05:00:37.727" v="2842" actId="20577"/>
        <pc:sldMkLst>
          <pc:docMk/>
          <pc:sldMk cId="1883734331" sldId="484"/>
        </pc:sldMkLst>
        <pc:spChg chg="mod">
          <ac:chgData name="Grzegorz Szymkowiak" userId="5651aec147c3f32a" providerId="LiveId" clId="{2551E209-DAC8-465F-AFEA-9180E6642783}" dt="2026-05-25T05:00:08.308" v="2830" actId="1035"/>
          <ac:spMkLst>
            <pc:docMk/>
            <pc:sldMk cId="1883734331" sldId="484"/>
            <ac:spMk id="2" creationId="{5F681649-B6EF-B6B2-4D4A-B718EE5D1D17}"/>
          </ac:spMkLst>
        </pc:spChg>
        <pc:spChg chg="add mod">
          <ac:chgData name="Grzegorz Szymkowiak" userId="5651aec147c3f32a" providerId="LiveId" clId="{2551E209-DAC8-465F-AFEA-9180E6642783}" dt="2026-05-25T05:00:37.727" v="2842" actId="20577"/>
          <ac:spMkLst>
            <pc:docMk/>
            <pc:sldMk cId="1883734331" sldId="484"/>
            <ac:spMk id="4" creationId="{1CA65907-FA11-D5E5-69F9-264FD7A355F7}"/>
          </ac:spMkLst>
        </pc:spChg>
        <pc:spChg chg="mod">
          <ac:chgData name="Grzegorz Szymkowiak" userId="5651aec147c3f32a" providerId="LiveId" clId="{2551E209-DAC8-465F-AFEA-9180E6642783}" dt="2026-05-25T04:55:10.413" v="2571"/>
          <ac:spMkLst>
            <pc:docMk/>
            <pc:sldMk cId="1883734331" sldId="484"/>
            <ac:spMk id="6" creationId="{45D2D5AA-25D0-C0FA-37F5-29C8C2BF552A}"/>
          </ac:spMkLst>
        </pc:spChg>
      </pc:sldChg>
      <pc:sldChg chg="addSp delSp modSp add del mod">
        <pc:chgData name="Grzegorz Szymkowiak" userId="5651aec147c3f32a" providerId="LiveId" clId="{2551E209-DAC8-465F-AFEA-9180E6642783}" dt="2026-05-25T05:03:21.361" v="2903" actId="47"/>
        <pc:sldMkLst>
          <pc:docMk/>
          <pc:sldMk cId="1933177265" sldId="485"/>
        </pc:sldMkLst>
      </pc:sldChg>
      <pc:sldChg chg="addSp delSp modSp add del mod">
        <pc:chgData name="Grzegorz Szymkowiak" userId="5651aec147c3f32a" providerId="LiveId" clId="{2551E209-DAC8-465F-AFEA-9180E6642783}" dt="2026-05-25T05:03:22.298" v="2904" actId="47"/>
        <pc:sldMkLst>
          <pc:docMk/>
          <pc:sldMk cId="782166353" sldId="486"/>
        </pc:sldMkLst>
      </pc:sldChg>
      <pc:sldChg chg="modSp add mod">
        <pc:chgData name="Grzegorz Szymkowiak" userId="5651aec147c3f32a" providerId="LiveId" clId="{2551E209-DAC8-465F-AFEA-9180E6642783}" dt="2026-05-25T05:03:29.661" v="2916" actId="20577"/>
        <pc:sldMkLst>
          <pc:docMk/>
          <pc:sldMk cId="1340913594" sldId="487"/>
        </pc:sldMkLst>
        <pc:spChg chg="mod">
          <ac:chgData name="Grzegorz Szymkowiak" userId="5651aec147c3f32a" providerId="LiveId" clId="{2551E209-DAC8-465F-AFEA-9180E6642783}" dt="2026-05-25T05:03:29.661" v="2916" actId="20577"/>
          <ac:spMkLst>
            <pc:docMk/>
            <pc:sldMk cId="1340913594" sldId="487"/>
            <ac:spMk id="2" creationId="{C68B8436-0164-8BA4-32F0-2A70E74B9C32}"/>
          </ac:spMkLst>
        </pc:spChg>
      </pc:sldChg>
      <pc:sldChg chg="addSp delSp modSp add mod">
        <pc:chgData name="Grzegorz Szymkowiak" userId="5651aec147c3f32a" providerId="LiveId" clId="{2551E209-DAC8-465F-AFEA-9180E6642783}" dt="2026-05-25T05:04:12.678" v="2929" actId="20577"/>
        <pc:sldMkLst>
          <pc:docMk/>
          <pc:sldMk cId="420903379" sldId="488"/>
        </pc:sldMkLst>
        <pc:spChg chg="del mod">
          <ac:chgData name="Grzegorz Szymkowiak" userId="5651aec147c3f32a" providerId="LiveId" clId="{2551E209-DAC8-465F-AFEA-9180E6642783}" dt="2026-05-25T05:04:00.849" v="2917" actId="478"/>
          <ac:spMkLst>
            <pc:docMk/>
            <pc:sldMk cId="420903379" sldId="488"/>
            <ac:spMk id="2" creationId="{AAC3BEE1-0F9B-0989-B6AB-74D232D86085}"/>
          </ac:spMkLst>
        </pc:spChg>
        <pc:spChg chg="mod">
          <ac:chgData name="Grzegorz Szymkowiak" userId="5651aec147c3f32a" providerId="LiveId" clId="{2551E209-DAC8-465F-AFEA-9180E6642783}" dt="2026-05-25T05:04:12.678" v="2929" actId="20577"/>
          <ac:spMkLst>
            <pc:docMk/>
            <pc:sldMk cId="420903379" sldId="488"/>
            <ac:spMk id="6" creationId="{C75BFC3A-AEDB-84A5-D7B6-916C601C05DC}"/>
          </ac:spMkLst>
        </pc:spChg>
        <pc:picChg chg="add mod">
          <ac:chgData name="Grzegorz Szymkowiak" userId="5651aec147c3f32a" providerId="LiveId" clId="{2551E209-DAC8-465F-AFEA-9180E6642783}" dt="2026-05-25T05:04:08.663" v="2921" actId="1076"/>
          <ac:picMkLst>
            <pc:docMk/>
            <pc:sldMk cId="420903379" sldId="488"/>
            <ac:picMk id="4" creationId="{5860C4AB-4751-E8A5-D162-475ABDD935F3}"/>
          </ac:picMkLst>
        </pc:picChg>
      </pc:sldChg>
      <pc:sldChg chg="addSp delSp modSp add del mod">
        <pc:chgData name="Grzegorz Szymkowiak" userId="5651aec147c3f32a" providerId="LiveId" clId="{2551E209-DAC8-465F-AFEA-9180E6642783}" dt="2026-05-25T05:04:27.840" v="2930" actId="47"/>
        <pc:sldMkLst>
          <pc:docMk/>
          <pc:sldMk cId="3294632617" sldId="489"/>
        </pc:sldMkLst>
      </pc:sldChg>
      <pc:sldChg chg="addSp delSp modSp add del mod ord">
        <pc:chgData name="Grzegorz Szymkowiak" userId="5651aec147c3f32a" providerId="LiveId" clId="{2551E209-DAC8-465F-AFEA-9180E6642783}" dt="2026-05-25T05:04:49.120" v="2950" actId="47"/>
        <pc:sldMkLst>
          <pc:docMk/>
          <pc:sldMk cId="4075862512" sldId="492"/>
        </pc:sldMkLst>
      </pc:sldChg>
      <pc:sldChg chg="modSp add del mod">
        <pc:chgData name="Grzegorz Szymkowiak" userId="5651aec147c3f32a" providerId="LiveId" clId="{2551E209-DAC8-465F-AFEA-9180E6642783}" dt="2026-05-25T05:04:52.614" v="2953" actId="47"/>
        <pc:sldMkLst>
          <pc:docMk/>
          <pc:sldMk cId="4100251034" sldId="493"/>
        </pc:sldMkLst>
      </pc:sldChg>
      <pc:sldChg chg="modSp add del mod">
        <pc:chgData name="Grzegorz Szymkowiak" userId="5651aec147c3f32a" providerId="LiveId" clId="{2551E209-DAC8-465F-AFEA-9180E6642783}" dt="2026-05-25T05:04:50.862" v="2952" actId="47"/>
        <pc:sldMkLst>
          <pc:docMk/>
          <pc:sldMk cId="3915535240" sldId="494"/>
        </pc:sldMkLst>
      </pc:sldChg>
      <pc:sldChg chg="modSp add del mod">
        <pc:chgData name="Grzegorz Szymkowiak" userId="5651aec147c3f32a" providerId="LiveId" clId="{2551E209-DAC8-465F-AFEA-9180E6642783}" dt="2026-05-25T05:04:47.231" v="2948" actId="47"/>
        <pc:sldMkLst>
          <pc:docMk/>
          <pc:sldMk cId="23596219" sldId="495"/>
        </pc:sldMkLst>
      </pc:sldChg>
      <pc:sldChg chg="modSp add del mod ord">
        <pc:chgData name="Grzegorz Szymkowiak" userId="5651aec147c3f32a" providerId="LiveId" clId="{2551E209-DAC8-465F-AFEA-9180E6642783}" dt="2026-05-25T05:04:49.940" v="2951" actId="47"/>
        <pc:sldMkLst>
          <pc:docMk/>
          <pc:sldMk cId="4290279496" sldId="496"/>
        </pc:sldMkLst>
      </pc:sldChg>
      <pc:sldChg chg="modSp add del mod">
        <pc:chgData name="Grzegorz Szymkowiak" userId="5651aec147c3f32a" providerId="LiveId" clId="{2551E209-DAC8-465F-AFEA-9180E6642783}" dt="2026-05-25T05:04:48.198" v="2949" actId="47"/>
        <pc:sldMkLst>
          <pc:docMk/>
          <pc:sldMk cId="1762701238" sldId="497"/>
        </pc:sldMkLst>
      </pc:sldChg>
      <pc:sldChg chg="addSp delSp modSp add del mod">
        <pc:chgData name="Grzegorz Szymkowiak" userId="5651aec147c3f32a" providerId="LiveId" clId="{2551E209-DAC8-465F-AFEA-9180E6642783}" dt="2026-05-25T05:04:44.042" v="2944" actId="47"/>
        <pc:sldMkLst>
          <pc:docMk/>
          <pc:sldMk cId="3395079305" sldId="498"/>
        </pc:sldMkLst>
      </pc:sldChg>
      <pc:sldChg chg="modSp add del mod">
        <pc:chgData name="Grzegorz Szymkowiak" userId="5651aec147c3f32a" providerId="LiveId" clId="{2551E209-DAC8-465F-AFEA-9180E6642783}" dt="2026-05-25T05:04:44.824" v="2945" actId="47"/>
        <pc:sldMkLst>
          <pc:docMk/>
          <pc:sldMk cId="2857110822" sldId="499"/>
        </pc:sldMkLst>
      </pc:sldChg>
      <pc:sldChg chg="addSp delSp modSp add del mod">
        <pc:chgData name="Grzegorz Szymkowiak" userId="5651aec147c3f32a" providerId="LiveId" clId="{2551E209-DAC8-465F-AFEA-9180E6642783}" dt="2026-05-25T05:04:45.482" v="2946" actId="47"/>
        <pc:sldMkLst>
          <pc:docMk/>
          <pc:sldMk cId="4038630832" sldId="500"/>
        </pc:sldMkLst>
      </pc:sldChg>
      <pc:sldChg chg="addSp delSp modSp add del mod">
        <pc:chgData name="Grzegorz Szymkowiak" userId="5651aec147c3f32a" providerId="LiveId" clId="{2551E209-DAC8-465F-AFEA-9180E6642783}" dt="2026-05-25T05:04:46.271" v="2947" actId="47"/>
        <pc:sldMkLst>
          <pc:docMk/>
          <pc:sldMk cId="2232201422" sldId="501"/>
        </pc:sldMkLst>
      </pc:sldChg>
      <pc:sldChg chg="add del">
        <pc:chgData name="Grzegorz Szymkowiak" userId="5651aec147c3f32a" providerId="LiveId" clId="{2551E209-DAC8-465F-AFEA-9180E6642783}" dt="2026-05-25T05:00:11.870" v="2831" actId="47"/>
        <pc:sldMkLst>
          <pc:docMk/>
          <pc:sldMk cId="13273678" sldId="502"/>
        </pc:sldMkLst>
      </pc:sldChg>
      <pc:sldChg chg="modSp add mod">
        <pc:chgData name="Grzegorz Szymkowiak" userId="5651aec147c3f32a" providerId="LiveId" clId="{2551E209-DAC8-465F-AFEA-9180E6642783}" dt="2026-05-25T05:01:21.104" v="2858" actId="20577"/>
        <pc:sldMkLst>
          <pc:docMk/>
          <pc:sldMk cId="1431465571" sldId="502"/>
        </pc:sldMkLst>
        <pc:spChg chg="mod">
          <ac:chgData name="Grzegorz Szymkowiak" userId="5651aec147c3f32a" providerId="LiveId" clId="{2551E209-DAC8-465F-AFEA-9180E6642783}" dt="2026-05-25T05:00:30.469" v="2834" actId="20577"/>
          <ac:spMkLst>
            <pc:docMk/>
            <pc:sldMk cId="1431465571" sldId="502"/>
            <ac:spMk id="2" creationId="{D0DC1BDF-E43E-ADB1-F31D-96F0161415E8}"/>
          </ac:spMkLst>
        </pc:spChg>
        <pc:spChg chg="mod">
          <ac:chgData name="Grzegorz Szymkowiak" userId="5651aec147c3f32a" providerId="LiveId" clId="{2551E209-DAC8-465F-AFEA-9180E6642783}" dt="2026-05-25T05:01:21.104" v="2858" actId="20577"/>
          <ac:spMkLst>
            <pc:docMk/>
            <pc:sldMk cId="1431465571" sldId="502"/>
            <ac:spMk id="4" creationId="{E5D862B9-7E6B-6532-C413-44133A252E19}"/>
          </ac:spMkLst>
        </pc:spChg>
      </pc:sldChg>
      <pc:sldChg chg="modSp add mod">
        <pc:chgData name="Grzegorz Szymkowiak" userId="5651aec147c3f32a" providerId="LiveId" clId="{2551E209-DAC8-465F-AFEA-9180E6642783}" dt="2026-05-25T05:02:51.604" v="2902" actId="20577"/>
        <pc:sldMkLst>
          <pc:docMk/>
          <pc:sldMk cId="823258670" sldId="503"/>
        </pc:sldMkLst>
        <pc:spChg chg="mod">
          <ac:chgData name="Grzegorz Szymkowiak" userId="5651aec147c3f32a" providerId="LiveId" clId="{2551E209-DAC8-465F-AFEA-9180E6642783}" dt="2026-05-25T05:01:59.074" v="2862" actId="20577"/>
          <ac:spMkLst>
            <pc:docMk/>
            <pc:sldMk cId="823258670" sldId="503"/>
            <ac:spMk id="2" creationId="{4C589DBB-EB1F-867D-C95A-9AB84631E119}"/>
          </ac:spMkLst>
        </pc:spChg>
        <pc:spChg chg="mod">
          <ac:chgData name="Grzegorz Szymkowiak" userId="5651aec147c3f32a" providerId="LiveId" clId="{2551E209-DAC8-465F-AFEA-9180E6642783}" dt="2026-05-25T05:02:51.604" v="2902" actId="20577"/>
          <ac:spMkLst>
            <pc:docMk/>
            <pc:sldMk cId="823258670" sldId="503"/>
            <ac:spMk id="4" creationId="{11587517-7215-DE4A-D6E7-3082E7BF9FD5}"/>
          </ac:spMkLst>
        </pc:spChg>
      </pc:sldChg>
      <pc:sldChg chg="addSp delSp add mod">
        <pc:chgData name="Grzegorz Szymkowiak" userId="5651aec147c3f32a" providerId="LiveId" clId="{2551E209-DAC8-465F-AFEA-9180E6642783}" dt="2026-05-25T05:14:45.031" v="2962" actId="22"/>
        <pc:sldMkLst>
          <pc:docMk/>
          <pc:sldMk cId="2512597691" sldId="504"/>
        </pc:sldMkLst>
        <pc:picChg chg="add">
          <ac:chgData name="Grzegorz Szymkowiak" userId="5651aec147c3f32a" providerId="LiveId" clId="{2551E209-DAC8-465F-AFEA-9180E6642783}" dt="2026-05-25T05:14:45.031" v="2962" actId="22"/>
          <ac:picMkLst>
            <pc:docMk/>
            <pc:sldMk cId="2512597691" sldId="504"/>
            <ac:picMk id="3" creationId="{19EECA6B-0BC0-3C1C-5687-C5C23BA95352}"/>
          </ac:picMkLst>
        </pc:picChg>
        <pc:picChg chg="del">
          <ac:chgData name="Grzegorz Szymkowiak" userId="5651aec147c3f32a" providerId="LiveId" clId="{2551E209-DAC8-465F-AFEA-9180E6642783}" dt="2026-05-25T05:14:44.873" v="2961" actId="478"/>
          <ac:picMkLst>
            <pc:docMk/>
            <pc:sldMk cId="2512597691" sldId="504"/>
            <ac:picMk id="4" creationId="{D3F8AC5A-F50A-5483-EAA3-45E8A4F3AC0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E20D4-CB25-431E-A140-86981384D5F9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183CB-2608-4C6F-AE64-1DF9C69E7C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0888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183CB-2608-4C6F-AE64-1DF9C69E7C4E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4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B8E3D-2BF6-51BD-79D4-F0D671DB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10984FE-B381-F69A-5246-1A5487962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46E7D81-CB21-37C3-D946-0FA7F128C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7FFE97D-1439-D0F7-7C97-CF30982187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183CB-2608-4C6F-AE64-1DF9C69E7C4E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2589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45A7-F2BA-1DA2-5F9F-248D1D39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9A25ED3-C2F2-B47A-A1F0-D70BDBFC3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3A48DF4-9E03-D907-9067-445A4ABCC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0255A51-75D3-7BBC-51CC-88726526A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183CB-2608-4C6F-AE64-1DF9C69E7C4E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5733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5794-5D8A-D707-4D19-7F7BAF5B7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85BCB2E-0BE0-F53C-14C5-BB1CAF60B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F60A297-9E54-BAB7-BD1A-F4A9596F0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6F073E6-52EC-BA0A-D038-C76705C195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183CB-2608-4C6F-AE64-1DF9C69E7C4E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751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31AFC-40B2-85CC-F930-D0DA9FF9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83A6C7F-516E-B798-9A87-76AC9F6EA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28D8D34-FCAA-6741-7377-FE21B720F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78A0EBD-3202-50AA-FC7D-19C70FB954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183CB-2608-4C6F-AE64-1DF9C69E7C4E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49306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Wskazówki tworzenia pseudokodu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183CB-2608-4C6F-AE64-1DF9C69E7C4E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6728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057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842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055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006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092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40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120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076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417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970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5870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/>
            </a:gs>
            <a:gs pos="100000">
              <a:schemeClr val="tx2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FDF77-4457-4816-9A4F-12F294F0DE4B}" type="datetimeFigureOut">
              <a:rPr lang="pl-PL" smtClean="0"/>
              <a:t>25.05.2026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599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467544" y="2348880"/>
            <a:ext cx="7990656" cy="1470025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Wyszukiwanie binarne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0" y="60212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Grzegorz Szymkowiak</a:t>
            </a:r>
          </a:p>
        </p:txBody>
      </p:sp>
      <p:sp>
        <p:nvSpPr>
          <p:cNvPr id="5" name="pole tekstowe 4"/>
          <p:cNvSpPr txBox="1"/>
          <p:nvPr/>
        </p:nvSpPr>
        <p:spPr>
          <a:xfrm>
            <a:off x="0" y="40466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www.szymkowiak.tychy.pl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41BA034-6ED4-8191-B8C0-93237775CDAB}"/>
              </a:ext>
            </a:extLst>
          </p:cNvPr>
          <p:cNvSpPr txBox="1"/>
          <p:nvPr/>
        </p:nvSpPr>
        <p:spPr>
          <a:xfrm>
            <a:off x="1043608" y="4550764"/>
            <a:ext cx="6624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2000" i="1" dirty="0">
                <a:solidFill>
                  <a:schemeClr val="bg1"/>
                </a:solidFill>
              </a:rPr>
              <a:t>„[] opanowanie teorii jest zaledwie niezbędnym wstępem”</a:t>
            </a:r>
          </a:p>
        </p:txBody>
      </p:sp>
    </p:spTree>
    <p:extLst>
      <p:ext uri="{BB962C8B-B14F-4D97-AF65-F5344CB8AC3E}">
        <p14:creationId xmlns:p14="http://schemas.microsoft.com/office/powerpoint/2010/main" val="161340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08920"/>
            <a:ext cx="9144000" cy="1152128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Czym jest wyszukiwanie binarne</a:t>
            </a:r>
          </a:p>
        </p:txBody>
      </p:sp>
    </p:spTree>
    <p:extLst>
      <p:ext uri="{BB962C8B-B14F-4D97-AF65-F5344CB8AC3E}">
        <p14:creationId xmlns:p14="http://schemas.microsoft.com/office/powerpoint/2010/main" val="2390112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034A90B6-BC26-0E11-A56C-B62B21BAE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Wyszukiwanie binarne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6BAC35BD-1E7E-77FF-C05B-5642DAE13029}"/>
              </a:ext>
            </a:extLst>
          </p:cNvPr>
          <p:cNvSpPr txBox="1"/>
          <p:nvPr/>
        </p:nvSpPr>
        <p:spPr>
          <a:xfrm>
            <a:off x="899592" y="2492896"/>
            <a:ext cx="73448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Wyszukiwanie binarne </a:t>
            </a:r>
            <a:r>
              <a:rPr lang="pl-PL" sz="2400" dirty="0">
                <a:solidFill>
                  <a:schemeClr val="bg1"/>
                </a:solidFill>
              </a:rPr>
              <a:t>(ang. </a:t>
            </a:r>
            <a:r>
              <a:rPr lang="pl-PL" sz="2400" dirty="0" err="1">
                <a:solidFill>
                  <a:schemeClr val="bg1"/>
                </a:solidFill>
              </a:rPr>
              <a:t>binary</a:t>
            </a:r>
            <a:r>
              <a:rPr lang="pl-PL" sz="2400" dirty="0">
                <a:solidFill>
                  <a:schemeClr val="bg1"/>
                </a:solidFill>
              </a:rPr>
              <a:t> </a:t>
            </a:r>
            <a:r>
              <a:rPr lang="pl-PL" sz="2400" dirty="0" err="1">
                <a:solidFill>
                  <a:schemeClr val="bg1"/>
                </a:solidFill>
              </a:rPr>
              <a:t>search</a:t>
            </a:r>
            <a:r>
              <a:rPr lang="pl-PL" sz="2400" dirty="0">
                <a:solidFill>
                  <a:schemeClr val="bg1"/>
                </a:solidFill>
              </a:rPr>
              <a:t>) to algorytm służący do bardzo szybkiego znajdowania elementu w posortowanej tablicy lub liście – algorytm nie sprawdza elementy jeden po drugim, lecz za każdym razem odrzuca połowę danych</a:t>
            </a:r>
          </a:p>
        </p:txBody>
      </p:sp>
    </p:spTree>
    <p:extLst>
      <p:ext uri="{BB962C8B-B14F-4D97-AF65-F5344CB8AC3E}">
        <p14:creationId xmlns:p14="http://schemas.microsoft.com/office/powerpoint/2010/main" val="3585775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C310-68C6-AA6E-B992-4E919AB20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C7E188DB-532A-BDC6-5EB5-4F9127D0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Wyszukiwanie binarne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3ECF575-F4D4-302B-B68D-3E183FA10E1B}"/>
              </a:ext>
            </a:extLst>
          </p:cNvPr>
          <p:cNvSpPr txBox="1"/>
          <p:nvPr/>
        </p:nvSpPr>
        <p:spPr>
          <a:xfrm>
            <a:off x="899592" y="2492896"/>
            <a:ext cx="7344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Wyszukiwanie binarne swoją największą przewagę pokazuje w dużych zbiorach danych – jego złożoność czasowa wynosi: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B473FC9-0580-3C9A-EA80-E6322B5373FB}"/>
              </a:ext>
            </a:extLst>
          </p:cNvPr>
          <p:cNvSpPr txBox="1"/>
          <p:nvPr/>
        </p:nvSpPr>
        <p:spPr>
          <a:xfrm>
            <a:off x="3836061" y="4231918"/>
            <a:ext cx="1471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>
                <a:solidFill>
                  <a:schemeClr val="bg1"/>
                </a:solidFill>
              </a:rPr>
              <a:t>O(log</a:t>
            </a:r>
            <a:r>
              <a:rPr lang="pl-PL" sz="2800" baseline="-25000" dirty="0">
                <a:solidFill>
                  <a:schemeClr val="bg1"/>
                </a:solidFill>
              </a:rPr>
              <a:t>2</a:t>
            </a:r>
            <a:r>
              <a:rPr lang="pl-PL" sz="2800" dirty="0">
                <a:solidFill>
                  <a:schemeClr val="bg1"/>
                </a:solidFill>
              </a:rPr>
              <a:t> n)</a:t>
            </a:r>
          </a:p>
        </p:txBody>
      </p:sp>
    </p:spTree>
    <p:extLst>
      <p:ext uri="{BB962C8B-B14F-4D97-AF65-F5344CB8AC3E}">
        <p14:creationId xmlns:p14="http://schemas.microsoft.com/office/powerpoint/2010/main" val="2402888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F9F0-810B-CD1B-189A-558646C15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7310B0-AB1A-B391-78E9-7FC1BF3FC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08920"/>
            <a:ext cx="9144000" cy="1152128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Idea działania</a:t>
            </a:r>
          </a:p>
        </p:txBody>
      </p:sp>
    </p:spTree>
    <p:extLst>
      <p:ext uri="{BB962C8B-B14F-4D97-AF65-F5344CB8AC3E}">
        <p14:creationId xmlns:p14="http://schemas.microsoft.com/office/powerpoint/2010/main" val="1692019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4205B-2974-D773-8196-89A1A85E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45D2D5AA-25D0-C0FA-37F5-29C8C2BF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Idea działania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F681649-B6EF-B6B2-4D4A-B718EE5D1D17}"/>
              </a:ext>
            </a:extLst>
          </p:cNvPr>
          <p:cNvSpPr txBox="1"/>
          <p:nvPr/>
        </p:nvSpPr>
        <p:spPr>
          <a:xfrm>
            <a:off x="854714" y="2276872"/>
            <a:ext cx="7434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Szukamy liczby 23 w : [2, 5, 8, 12, 16, 23, 38, 56, 72, 91]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CA65907-FA11-D5E5-69F9-264FD7A355F7}"/>
              </a:ext>
            </a:extLst>
          </p:cNvPr>
          <p:cNvSpPr txBox="1"/>
          <p:nvPr/>
        </p:nvSpPr>
        <p:spPr>
          <a:xfrm>
            <a:off x="854714" y="2954561"/>
            <a:ext cx="73448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Krok 1: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sprawdzenie środka: 16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porównanie liczb: 23 &gt; 16 – szukany element może być z prawej strony tablicy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odrzucamy lewą część tablicy</a:t>
            </a:r>
          </a:p>
        </p:txBody>
      </p:sp>
    </p:spTree>
    <p:extLst>
      <p:ext uri="{BB962C8B-B14F-4D97-AF65-F5344CB8AC3E}">
        <p14:creationId xmlns:p14="http://schemas.microsoft.com/office/powerpoint/2010/main" val="188373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D9B0B-7FCA-EF79-6151-5C8A677E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99E194D6-3EE5-8E7D-BE52-D475E8B8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Idea działania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D0DC1BDF-E43E-ADB1-F31D-96F0161415E8}"/>
              </a:ext>
            </a:extLst>
          </p:cNvPr>
          <p:cNvSpPr txBox="1"/>
          <p:nvPr/>
        </p:nvSpPr>
        <p:spPr>
          <a:xfrm>
            <a:off x="854714" y="2276872"/>
            <a:ext cx="7434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Szukamy liczby 23 w : [23, 38, 56, 72, 91]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5D862B9-7E6B-6532-C413-44133A252E19}"/>
              </a:ext>
            </a:extLst>
          </p:cNvPr>
          <p:cNvSpPr txBox="1"/>
          <p:nvPr/>
        </p:nvSpPr>
        <p:spPr>
          <a:xfrm>
            <a:off x="854714" y="2954561"/>
            <a:ext cx="73448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Krok 2: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sprawdzenie środka: 56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porównanie liczb: 23 &lt; 56 – szukany element może być z lewej strony tablicy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odrzucamy prawą część</a:t>
            </a:r>
          </a:p>
        </p:txBody>
      </p:sp>
    </p:spTree>
    <p:extLst>
      <p:ext uri="{BB962C8B-B14F-4D97-AF65-F5344CB8AC3E}">
        <p14:creationId xmlns:p14="http://schemas.microsoft.com/office/powerpoint/2010/main" val="1431465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1D2FC-29CD-3848-BD8C-42A0B8CD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12164370-3D26-76CE-A4B4-1903445CA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Idea działania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4C589DBB-EB1F-867D-C95A-9AB84631E119}"/>
              </a:ext>
            </a:extLst>
          </p:cNvPr>
          <p:cNvSpPr txBox="1"/>
          <p:nvPr/>
        </p:nvSpPr>
        <p:spPr>
          <a:xfrm>
            <a:off x="854714" y="2276872"/>
            <a:ext cx="7434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Szukamy liczby 23 w : [23, 38]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1587517-7215-DE4A-D6E7-3082E7BF9FD5}"/>
              </a:ext>
            </a:extLst>
          </p:cNvPr>
          <p:cNvSpPr txBox="1"/>
          <p:nvPr/>
        </p:nvSpPr>
        <p:spPr>
          <a:xfrm>
            <a:off x="854714" y="2954561"/>
            <a:ext cx="73448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Krok 3: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sprawdzenie środka: 23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porównanie liczb: szukana liczba zostaje odnaleziona</a:t>
            </a:r>
          </a:p>
        </p:txBody>
      </p:sp>
    </p:spTree>
    <p:extLst>
      <p:ext uri="{BB962C8B-B14F-4D97-AF65-F5344CB8AC3E}">
        <p14:creationId xmlns:p14="http://schemas.microsoft.com/office/powerpoint/2010/main" val="823258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20A0-7A43-B15D-C32D-7F94DB03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8B8436-0164-8BA4-32F0-2A70E74B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08920"/>
            <a:ext cx="9144000" cy="1152128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Algorytm</a:t>
            </a:r>
          </a:p>
        </p:txBody>
      </p:sp>
    </p:spTree>
    <p:extLst>
      <p:ext uri="{BB962C8B-B14F-4D97-AF65-F5344CB8AC3E}">
        <p14:creationId xmlns:p14="http://schemas.microsoft.com/office/powerpoint/2010/main" val="1340913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4799E-E4CC-CEDC-782F-F7EA2A02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C75BFC3A-AEDB-84A5-D7B6-916C601C0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Algorytm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860C4AB-4751-E8A5-D162-475ABDD93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61" y="2348880"/>
            <a:ext cx="7891878" cy="256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3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08920"/>
            <a:ext cx="9144000" cy="1584176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Implementacja</a:t>
            </a:r>
          </a:p>
        </p:txBody>
      </p:sp>
    </p:spTree>
    <p:extLst>
      <p:ext uri="{BB962C8B-B14F-4D97-AF65-F5344CB8AC3E}">
        <p14:creationId xmlns:p14="http://schemas.microsoft.com/office/powerpoint/2010/main" val="359439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ACD4425B-59E2-E948-EAA9-3DC4CAEC6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2" y="1196752"/>
            <a:ext cx="67341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27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0D4F-E484-1A99-0C02-7E4F55D8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19EECA6B-0BC0-3C1C-5687-C5C23BA95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2138362"/>
            <a:ext cx="844867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97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KONIEC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0" y="60212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Grzegorz Szymkowiak</a:t>
            </a:r>
          </a:p>
        </p:txBody>
      </p:sp>
      <p:sp>
        <p:nvSpPr>
          <p:cNvPr id="5" name="pole tekstowe 4"/>
          <p:cNvSpPr txBox="1"/>
          <p:nvPr/>
        </p:nvSpPr>
        <p:spPr>
          <a:xfrm>
            <a:off x="0" y="40466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www.szymkowiak.</a:t>
            </a:r>
            <a:r>
              <a:rPr lang="pl-PL" dirty="0">
                <a:solidFill>
                  <a:schemeClr val="bg1"/>
                </a:solidFill>
              </a:rPr>
              <a:t>tychy.pl</a:t>
            </a:r>
          </a:p>
        </p:txBody>
      </p:sp>
    </p:spTree>
    <p:extLst>
      <p:ext uri="{BB962C8B-B14F-4D97-AF65-F5344CB8AC3E}">
        <p14:creationId xmlns:p14="http://schemas.microsoft.com/office/powerpoint/2010/main" val="220641217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232</Words>
  <Application>Microsoft Office PowerPoint</Application>
  <PresentationFormat>Pokaz na ekranie (4:3)</PresentationFormat>
  <Paragraphs>41</Paragraphs>
  <Slides>14</Slides>
  <Notes>6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7" baseType="lpstr">
      <vt:lpstr>Arial</vt:lpstr>
      <vt:lpstr>Calibri</vt:lpstr>
      <vt:lpstr>Motyw pakietu Office</vt:lpstr>
      <vt:lpstr>Wyszukiwanie binarne</vt:lpstr>
      <vt:lpstr>Czym jest wyszukiwanie binarne</vt:lpstr>
      <vt:lpstr>Wyszukiwanie binarne</vt:lpstr>
      <vt:lpstr>Wyszukiwanie binarne</vt:lpstr>
      <vt:lpstr>Idea działania</vt:lpstr>
      <vt:lpstr>Idea działania</vt:lpstr>
      <vt:lpstr>Idea działania</vt:lpstr>
      <vt:lpstr>Idea działania</vt:lpstr>
      <vt:lpstr>Algorytm</vt:lpstr>
      <vt:lpstr>Algorytm</vt:lpstr>
      <vt:lpstr>Implementacja</vt:lpstr>
      <vt:lpstr>Prezentacja programu PowerPoint</vt:lpstr>
      <vt:lpstr>Prezentacja programu PowerPoint</vt:lpstr>
      <vt:lpstr>KONIEC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Zadanie – postacie normalne</dc:title>
  <dc:creator>Admin</dc:creator>
  <cp:lastModifiedBy>Grzegorz Szymkowiak</cp:lastModifiedBy>
  <cp:revision>151</cp:revision>
  <dcterms:created xsi:type="dcterms:W3CDTF">2015-11-25T06:51:30Z</dcterms:created>
  <dcterms:modified xsi:type="dcterms:W3CDTF">2026-05-25T05:14:48Z</dcterms:modified>
</cp:coreProperties>
</file>